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218304-471C-4307-B037-6DEE2DA168F3}" v="2" dt="2025-12-19T11:08:16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07C9-8B9E-415D-E315-397E9C96E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BAAF5-888B-03DD-8314-13F4483C1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BE852-6FFB-4F69-354D-D47DE7F7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C9463-50DF-88F3-F6C3-3BAF3B100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3F3A6-0EE9-2F94-779D-19F3F5AF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52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62C8-0F16-26B0-64DD-760BA415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C8EF7-0696-472E-8FEC-83ADD284E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5C4D-497A-8992-FD73-0581A21E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87566-EC70-D49B-7489-BC573D09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84E7B-2D24-2003-3A80-99C31A54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39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977F-6D2E-5BA4-3D4A-600F0CA17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B737-5E92-7607-683B-F630F4A6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85B53-0C9C-7A30-0EE7-9644B8C0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6B620-4424-C5B8-F5C7-7290BA19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AE3AB-59CD-0433-1743-4AAC88AC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12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BA3D-EFBA-8F5B-0464-5DBD1593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26254-37F3-D021-197A-2813A9E86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55EB3-BA7B-3E72-AD39-2730DD684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C2068-BD13-775D-4BD0-818DD22D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EACA5-C054-F52C-55D5-B3EA17ED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054ED-8DEF-4DBB-E81A-EA4D6FB7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97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60468-3FEB-A054-D9F9-7940C02C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2334B-CCEB-3D83-965D-505B88429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5ED1A-9FB9-52A2-D586-CD6C7F169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ACE5A-D056-C914-1E67-9C783FA1F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0B95E-0E2C-2D1B-C7B8-D66B2DE94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75398B-AACB-76E2-57A0-45441A64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110D7-F3B8-24D8-6382-23E30E87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3FDCE-802F-3D90-D73A-97DFEA8F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27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1AE4-D699-7ABA-B530-A39106B3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90732-F2B1-501F-98BA-067D32EC9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03535-72F6-E234-AA44-B0B947F3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CCB4F-7E1F-BD56-D867-9015492D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027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45F07-F918-A357-9EDA-17696609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14BE4-1C74-E58A-A8BA-B50C8147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64EFA-427D-3DD1-DFBB-CCD88F94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66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19D1-8B2A-EC92-8780-0B344C5DD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6B590-F47F-A935-6A67-033789A1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DF869-1033-C359-7C17-46AB3F588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87069-056C-117C-AA17-27C82C9E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5E08C-0427-5D99-C5D1-C9F29417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5C5A4-52E7-AACF-EBFB-5AD92CBF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11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B9F8-1B96-7010-F990-7D22099F9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9977F-438D-F878-6542-B4C98014C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DA446-C9D5-A029-CA5A-FF6E0EE21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9E960-8AFC-C912-1C16-C5F9EC8C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33342-C262-0C8C-2551-A8435FD80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7D622-E123-4E62-0929-62B227D5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547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7FDC-9E6E-3D69-771B-83FF674A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EB73D-27FE-FD19-0336-78CBA342A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9C21-CDEB-6251-98D1-091E4BAD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C6992-AFD9-10B0-214E-CC2C4FFC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72EF4-33F3-7703-B00C-388C08C7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570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8311A-9EA8-4AB6-B90D-A31350EBF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9ECD9-522A-255A-2113-CCB21CE21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31A08-26E1-133A-3073-D2E6DC52C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A8E10-07CA-6541-F7B7-EB197046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2F6F8-2513-C0B7-AD65-F17438E6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29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74AE7-4142-6B23-2E4D-A91B70E3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B53D-86B0-CD33-445F-E589F4C1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2953E-2973-2C0E-A194-FD69ECC6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A1A93-AFC2-4FA2-B372-8164B39EA987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73D43-8584-4780-C40A-6DBC7DDD2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DBD2F-634B-00FF-CA4E-7FADA1D38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9045E-D0B4-4889-A158-191E8D7FA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5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1C45-9E49-5C88-869E-3041DFB5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21C5-0B47-1259-39AC-DDFCA0F98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604" y="2304289"/>
            <a:ext cx="10209276" cy="427939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dirty="0" err="1"/>
              <a:t>InsurAI</a:t>
            </a:r>
            <a:r>
              <a:rPr lang="en-IN" dirty="0"/>
              <a:t> – Corporate Policy Automation and Intelligence System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Project presentation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                        </a:t>
            </a:r>
            <a:r>
              <a:rPr lang="en-IN" sz="1400" dirty="0"/>
              <a:t>MOHAN RAJ PS</a:t>
            </a:r>
            <a:br>
              <a:rPr lang="en-IN" sz="1400" dirty="0"/>
            </a:br>
            <a:br>
              <a:rPr lang="en-IN" dirty="0"/>
            </a:br>
            <a:r>
              <a:rPr lang="en-IN" sz="1400" dirty="0"/>
              <a:t>                                                                                             B.E MECHATRONICS ENGINEERING</a:t>
            </a: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r>
              <a:rPr lang="en-IN" sz="1400" dirty="0"/>
              <a:t>						SRI KRISHNA COLLEGE OF ENGINEERING AND TECHNOLOGY </a:t>
            </a:r>
            <a:br>
              <a:rPr lang="en-IN" dirty="0"/>
            </a:br>
            <a:r>
              <a:rPr lang="en-IN" dirty="0"/>
              <a:t>        </a:t>
            </a:r>
            <a:br>
              <a:rPr lang="en-IN" dirty="0"/>
            </a:br>
            <a:r>
              <a:rPr lang="en-IN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4563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4A4A-7580-90A9-E0FC-9D07EFF72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2609"/>
            <a:ext cx="9144000" cy="621791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INTRODUCTION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1FC59-4F5A-0A7C-53BA-C1BD452C0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1535494"/>
            <a:ext cx="9759696" cy="249701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 Insurance processes are often manual, slow, and complex.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Managing users, agents, policies, and appointments requires automation.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InsurAI</a:t>
            </a:r>
            <a:r>
              <a:rPr lang="en-US" dirty="0"/>
              <a:t> is a web-based system that simplifies insurance operations.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 focuses on automation, transparency, and efficiency.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70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1EE0-CDB4-D933-6CE8-5BC7360DA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B8F2-6C02-4A81-72DC-456DAFBBB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272" y="153524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Manual insurance policy management leads to errors and delays.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Users struggle to choose suitable insurance plans.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Agents face difficulty tracking customer appointments.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Lack of centralized dashboards for users, agents, and admins.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72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D033-D922-01C4-710B-71ABE483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B43C-DC0C-73BE-6259-A6350FF9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648" y="1508760"/>
            <a:ext cx="10287000" cy="4668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Automate insurance policy and appointment workflows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Provide intelligent assistance for plan selection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Enable seamless communication between users, agents, and admins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464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8467A-C419-6F43-8746-627F075A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9F901-8DD3-C29C-253C-CD3A87F00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1399032"/>
            <a:ext cx="9707880" cy="4777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Frontend: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 err="1"/>
              <a:t>React.js,HTML</a:t>
            </a:r>
            <a:r>
              <a:rPr lang="en-IN" dirty="0"/>
              <a:t>, CSS, JavaScript</a:t>
            </a:r>
            <a:br>
              <a:rPr lang="en-IN" dirty="0"/>
            </a:br>
            <a:r>
              <a:rPr lang="en-IN" dirty="0"/>
              <a:t>Backend:</a:t>
            </a:r>
            <a:br>
              <a:rPr lang="en-IN" dirty="0"/>
            </a:br>
            <a:r>
              <a:rPr lang="en-IN" dirty="0"/>
              <a:t>	Spring Boot (Java), REST APIs</a:t>
            </a:r>
            <a:br>
              <a:rPr lang="en-IN" dirty="0"/>
            </a:br>
            <a:r>
              <a:rPr lang="en-IN" dirty="0"/>
              <a:t>Database:</a:t>
            </a:r>
            <a:br>
              <a:rPr lang="en-IN" dirty="0"/>
            </a:br>
            <a:r>
              <a:rPr lang="en-IN" dirty="0"/>
              <a:t>	MySQL</a:t>
            </a:r>
            <a:br>
              <a:rPr lang="en-IN" dirty="0"/>
            </a:br>
            <a:r>
              <a:rPr lang="en-IN" dirty="0"/>
              <a:t>Tools:</a:t>
            </a:r>
            <a:br>
              <a:rPr lang="en-IN" dirty="0"/>
            </a:br>
            <a:r>
              <a:rPr lang="en-IN" dirty="0"/>
              <a:t> 	Git &amp; </a:t>
            </a:r>
            <a:r>
              <a:rPr lang="en-IN" dirty="0" err="1"/>
              <a:t>GitHub,VS</a:t>
            </a:r>
            <a:r>
              <a:rPr lang="en-IN" dirty="0"/>
              <a:t> Code, </a:t>
            </a:r>
            <a:r>
              <a:rPr lang="en-IN" dirty="0" err="1"/>
              <a:t>Eclipse,Post</a:t>
            </a:r>
            <a:r>
              <a:rPr lang="en-IN" dirty="0"/>
              <a:t> Man.</a:t>
            </a:r>
          </a:p>
        </p:txBody>
      </p:sp>
    </p:spTree>
    <p:extLst>
      <p:ext uri="{BB962C8B-B14F-4D97-AF65-F5344CB8AC3E}">
        <p14:creationId xmlns:p14="http://schemas.microsoft.com/office/powerpoint/2010/main" val="164322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6414-77DA-DB23-C5AB-1FBC1753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sz="2400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DC5D-BB90-FD4F-69FC-57C7EDC1E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8488" y="1408176"/>
            <a:ext cx="9735312" cy="4768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Frontend communicates with backend using REST APIs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Backend handles business logic and database operations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Database stores users, plans, and appointment data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Email service sends automated notifications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423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C724-978F-4A8A-C213-E7536838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7643"/>
          </a:xfrm>
        </p:spPr>
        <p:txBody>
          <a:bodyPr>
            <a:normAutofit/>
          </a:bodyPr>
          <a:lstStyle/>
          <a:p>
            <a:r>
              <a:rPr lang="en-IN" sz="2400" dirty="0"/>
              <a:t>User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DF50E-6BF1-AEB1-59D8-B80F0D62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704" y="149644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User registration and secure login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View and compare insurance plans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Book appointments with agents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Receive email confirmations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User dashboard for easy access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1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3BB9-BABF-59AD-77B9-8373127C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5931"/>
          </a:xfrm>
        </p:spPr>
        <p:txBody>
          <a:bodyPr>
            <a:normAutofit/>
          </a:bodyPr>
          <a:lstStyle/>
          <a:p>
            <a:r>
              <a:rPr lang="en-IN" sz="2400" dirty="0"/>
              <a:t>Agent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37E1-F152-AD4E-1FA6-80FDA47DD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472" y="1517904"/>
            <a:ext cx="9863328" cy="46590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Dedicated agent dashboard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View all assigned customer appointments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Track appointment dates and user details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Improved efficiency and communication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71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2862-2E8A-D927-FF4E-B6F2E9B0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7059"/>
          </a:xfrm>
        </p:spPr>
        <p:txBody>
          <a:bodyPr>
            <a:normAutofit/>
          </a:bodyPr>
          <a:lstStyle/>
          <a:p>
            <a:r>
              <a:rPr lang="en-IN" sz="2400" dirty="0"/>
              <a:t>Admin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0EC38-0F7C-6504-EDFE-7811D76B7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768" y="1399032"/>
            <a:ext cx="9781032" cy="4777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Admin dashboard for system control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Add, update, delete insurance plans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View user and agent data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Monitor overall system activity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019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47E9-4071-A57C-CD78-4C2315E50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0483"/>
          </a:xfrm>
        </p:spPr>
        <p:txBody>
          <a:bodyPr>
            <a:normAutofit/>
          </a:bodyPr>
          <a:lstStyle/>
          <a:p>
            <a:r>
              <a:rPr lang="en-IN" sz="2400" dirty="0"/>
              <a:t> Project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9015B-2961-673E-9856-53C9DD0B8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184" y="1435608"/>
            <a:ext cx="9881616" cy="47413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Designed frontend UI using React components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Developed backend REST APIs using Spring Boot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Integrated database using JPA and MySQL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Connected frontend and backend using HTTP requests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Tested modules and fixed integration issues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195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94ED-8ECE-2F33-F2CE-ADD65174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051"/>
          </a:xfrm>
        </p:spPr>
        <p:txBody>
          <a:bodyPr>
            <a:normAutofit/>
          </a:bodyPr>
          <a:lstStyle/>
          <a:p>
            <a:r>
              <a:rPr lang="en-IN" sz="2400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26C5-0897-7BB5-01AC-0B4730F40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408176"/>
            <a:ext cx="9835896" cy="47687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Handling API integration between frontend and backend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Managing GitHub version control conflicts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Ensuring correct data storage for appointments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Solved through debugging, restructuring, and 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638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F409-B755-E528-54F1-90D824C3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Real-Time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5C583-3AEC-C4B0-A2E9-9398C30F5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1444752"/>
            <a:ext cx="9854184" cy="47322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Reduces manual insurance operations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Improves user experience with automation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Helps agents manage appointments efficiently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Ensures accurate and secure data handling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03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532D-E0A5-CFC7-45BF-7712F021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179"/>
          </a:xfrm>
        </p:spPr>
        <p:txBody>
          <a:bodyPr>
            <a:normAutofit/>
          </a:bodyPr>
          <a:lstStyle/>
          <a:p>
            <a:r>
              <a:rPr lang="en-IN" sz="2400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F17D-6C87-2B2A-0525-A3F29E5C5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4248" y="1289304"/>
            <a:ext cx="9369552" cy="48876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AI-based policy recommendation engine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Chatbot for customer support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Mobile application integration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Advanced analytics for admin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03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AD71-8D63-703A-299B-F0F03DAFA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2B806-49B0-7814-E87A-ACCEB277F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024" y="1472184"/>
            <a:ext cx="10018776" cy="47047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sincerely thank Infosys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Special thanks to Senthil </a:t>
            </a:r>
            <a:r>
              <a:rPr lang="en-US" dirty="0" err="1"/>
              <a:t>subramanian</a:t>
            </a:r>
            <a:r>
              <a:rPr lang="en-US" dirty="0"/>
              <a:t> for guidance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Gratitude to team members for support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Thankful for this valuable internship opportunity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631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A212-8173-7FD4-188F-158DB198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E1BB2-739C-5FE6-F744-D1983D13A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5888" y="2843783"/>
            <a:ext cx="4398264" cy="3333179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73229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514</Words>
  <Application>Microsoft Office PowerPoint</Application>
  <PresentationFormat>Widescreen</PresentationFormat>
  <Paragraphs>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   </vt:lpstr>
      <vt:lpstr>INTRODUCTION</vt:lpstr>
      <vt:lpstr>Problem Statement</vt:lpstr>
      <vt:lpstr>Project Objective</vt:lpstr>
      <vt:lpstr>Technologies Used</vt:lpstr>
      <vt:lpstr> System Architecture</vt:lpstr>
      <vt:lpstr>User Module</vt:lpstr>
      <vt:lpstr>Agent Module</vt:lpstr>
      <vt:lpstr>Admin Module</vt:lpstr>
      <vt:lpstr> Project Execution</vt:lpstr>
      <vt:lpstr>Challenges Faced</vt:lpstr>
      <vt:lpstr>Real-Time Impact</vt:lpstr>
      <vt:lpstr>Future Enhancements</vt:lpstr>
      <vt:lpstr>Acknowledgement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Udaya Kumar</dc:creator>
  <cp:lastModifiedBy>Udaya Kumar</cp:lastModifiedBy>
  <cp:revision>3</cp:revision>
  <dcterms:created xsi:type="dcterms:W3CDTF">2025-12-19T11:07:15Z</dcterms:created>
  <dcterms:modified xsi:type="dcterms:W3CDTF">2025-12-19T11:17:07Z</dcterms:modified>
</cp:coreProperties>
</file>